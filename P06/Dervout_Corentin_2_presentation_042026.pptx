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4" y="17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6CD3B9A-15CD-581C-DF3C-8B435BC0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C9E2E5B3-408C-FC86-78AF-7D7DBE695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70A5A1E9-C51A-06C5-4405-538AF3D6E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6394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du stock et des ventes BottleNeck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Corentin DERVOUT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Analyste</a:t>
            </a:r>
            <a:endParaRPr lang="fr" sz="2800" b="0" i="0" u="none" strike="noStrike" cap="none" noProof="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09046" y="1650811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3 fichiers : ERP (825 lignes, 6 colonnes), Web (1513 lignes, 29 colonnes), Liaison (825 lignes, 2 colonnes)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ERP : prix, stock, prix achat. Web : SKU, ventes, type produit. Liaison : correspondance ERP-Web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Nettoyages et corrections :</a:t>
            </a:r>
          </a:p>
          <a:p>
            <a:pPr lvl="1">
              <a:buClr>
                <a:srgbClr val="999999"/>
              </a:buClr>
              <a:buFont typeface="Montserrat"/>
              <a:buChar char="○"/>
            </a:pPr>
            <a:r>
              <a:rPr lang="fr" sz="1800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3 prix négatifs corrigés (valeur absolue), 2 stocks négatifs remis à zéro</a:t>
            </a:r>
          </a:p>
          <a:p>
            <a:pPr lvl="1">
              <a:buClr>
                <a:srgbClr val="999999"/>
              </a:buClr>
              <a:buFont typeface="Montserrat"/>
              <a:buChar char="○"/>
            </a:pPr>
            <a:r>
              <a:rPr lang="fr" sz="1800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4 incohérences stock_status corrigées, 1 prix aberrant (Egly-Ouriet : 12,65 EUR au lieu de ~77 EUR)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Web : 714 attachments filtrés, 83 lignes vides et 2 produits sans SKU supprimes. 24/29 colonnes supprimées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lang="fr" sz="2500" b="0" i="0" u="none" strike="noStrike" cap="none" noProof="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Web : 5 colonnes conservées (sku, total_sales, product_type, post_title, post_type). ERP : toutes conservées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Jointure en 2 temps : ERP + Liaison sur product_id, puis merge + Web sur id_web/sku (left join)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111 articles sans données web : 91 sans id_web (non vendus en ligne) + 20 id_web orphelins (absents du site)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SKU atypiques avec tirets (bon-cadeau-25-euros, 13127-1). 2 produits orphelins avec stock actif : capital immobilise non exploite</a:t>
            </a:r>
            <a:endParaRPr lang="fr" noProof="0" dirty="0"/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-2" y="3955402"/>
            <a:ext cx="9144001" cy="118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Cognac (~97), Champagne (~70), Whisky (~66) structurellement plus chers que Vin (~29). Outliers Grands Crus et spiritueux premium. Vin trop hétérogène pour IQR globale</a:t>
            </a: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AF844-6623-46DD-F961-21349544F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9070"/>
            <a:ext cx="9144000" cy="2156332"/>
          </a:xfrm>
          <a:prstGeom prst="rect">
            <a:avLst/>
          </a:prstGeom>
        </p:spPr>
      </p:pic>
      <p:sp>
        <p:nvSpPr>
          <p:cNvPr id="4" name="Google Shape;79;p6">
            <a:extLst>
              <a:ext uri="{FF2B5EF4-FFF2-40B4-BE49-F238E27FC236}">
                <a16:creationId xmlns:a16="http://schemas.microsoft.com/office/drawing/2014/main" id="{224DA9A9-AB03-EAB8-9A81-753948B09D18}"/>
              </a:ext>
            </a:extLst>
          </p:cNvPr>
          <p:cNvSpPr txBox="1">
            <a:spLocks/>
          </p:cNvSpPr>
          <p:nvPr/>
        </p:nvSpPr>
        <p:spPr>
          <a:xfrm>
            <a:off x="-1" y="1347405"/>
            <a:ext cx="9144000" cy="90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Z-score (seuil 112 €, 17 outliers) et IQR x1.5 (seuil 83 €, 36 outliers soit 4.4%)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noProof="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lang="fr" noProof="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37904" y="1528607"/>
            <a:ext cx="910609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total : 143 680 EUR. 20/80 : 63% des articles font 80% du CA. Top ventes en volume : vins entrée de gamme (5-15 EUR). Stock : 17 822 bouteilles, 532 119 EUR valorises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Marge : Cognac/Whisky ~82%, Vin 61%, Champagne 35%. Le Champagne cumule stock élevé et marge faible. Corrélations : prix/ventes -0.52, stock/ventes +0.44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4 articles à marge négative dont 1 erreur confirmée (Egly-Ouriet). Rotation Champagne critique : jusqu’a 31 mois</a:t>
            </a: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FC59A03-90A8-AD11-07E4-4EA4852C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E5012BAC-E35F-F584-9D9A-C7D5F971AEC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2FC36F0E-EC4B-1A2E-16AB-30F73166C37A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noProof="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lang="fr" noProof="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D3B12EC-A326-0023-DF62-D3926C71161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33DB1657-286D-D84F-F374-C5338D0FE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noProof="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 éventuelles de l’analyse </a:t>
            </a:r>
            <a:endParaRPr lang="fr" noProof="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1624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lang="fr" noProof="0"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8;g13f9e8f1567_0_0">
            <a:extLst>
              <a:ext uri="{FF2B5EF4-FFF2-40B4-BE49-F238E27FC236}">
                <a16:creationId xmlns:a16="http://schemas.microsoft.com/office/drawing/2014/main" id="{E731F040-DA63-0321-BDF9-71136B12A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b="1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Qualité des données ERP :</a:t>
            </a:r>
            <a:r>
              <a:rPr lang="fr" sz="1600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 Ajouter des contrôles de saisie (prix &gt; 0, stock &gt;= 0, cohérence stock_status)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b="1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Table de liaison :</a:t>
            </a:r>
            <a:r>
              <a:rPr lang="fr" sz="1600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 Corriger les 20 id_web orphelins, remettre en vente les 2 produits avec stock actif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b="1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Stocks Champagne :</a:t>
            </a:r>
            <a:r>
              <a:rPr lang="fr" sz="1600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 Revoir la politique d'approvisionnement (rotation jusqu’à 31 mois, marge faible à 35%)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b="1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RGPD :</a:t>
            </a:r>
            <a:r>
              <a:rPr lang="fr" sz="1600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 Les données manipulées (produits, prix, stocks) ne contiennent aucune donnée personnelle. Conformité assurée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600" b="1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ERP :</a:t>
            </a:r>
            <a:r>
              <a:rPr lang="fr" sz="1600" noProof="0" dirty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 Unifier les réferentiels produits pour eliminer la table de liaison et automatiser les analyses via un outil de data visualisation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noProof="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lang="fr" noProof="0" dirty="0"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Bien passé : Démarche structurée d’exploration (info,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describe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value_counts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 avant chaque correction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Difficile : Distinguer les vraies erreurs des valeurs légitimement atypiques (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prix)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 approfondir : Automatisation des contrôles qualité et data visualisation interactive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583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Montserrat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Corentin DERVOUT</cp:lastModifiedBy>
  <cp:revision>4</cp:revision>
  <dcterms:modified xsi:type="dcterms:W3CDTF">2026-04-26T09:14:11Z</dcterms:modified>
</cp:coreProperties>
</file>